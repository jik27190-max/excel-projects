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DC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3084302-83F1-48ED-8C8F-32DF5D5CA6B2}" v="27" dt="2026-09-22T05:13:46.62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69" autoAdjust="0"/>
    <p:restoredTop sz="94660"/>
  </p:normalViewPr>
  <p:slideViewPr>
    <p:cSldViewPr snapToGrid="0">
      <p:cViewPr>
        <p:scale>
          <a:sx n="70" d="100"/>
          <a:sy n="70" d="100"/>
        </p:scale>
        <p:origin x="1884" y="11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ushar kumar" userId="6f69711755cde1a6" providerId="LiveId" clId="{0AAE3268-0AEB-4709-A1E5-5E5AA297D685}"/>
    <pc:docChg chg="undo custSel addSld modSld">
      <pc:chgData name="Tushar kumar" userId="6f69711755cde1a6" providerId="LiveId" clId="{0AAE3268-0AEB-4709-A1E5-5E5AA297D685}" dt="2026-09-22T05:13:46.629" v="145"/>
      <pc:docMkLst>
        <pc:docMk/>
      </pc:docMkLst>
      <pc:sldChg chg="addSp delSp modSp mod">
        <pc:chgData name="Tushar kumar" userId="6f69711755cde1a6" providerId="LiveId" clId="{0AAE3268-0AEB-4709-A1E5-5E5AA297D685}" dt="2026-09-22T05:12:06.485" v="133" actId="14100"/>
        <pc:sldMkLst>
          <pc:docMk/>
          <pc:sldMk cId="3834594995" sldId="256"/>
        </pc:sldMkLst>
        <pc:spChg chg="add mod">
          <ac:chgData name="Tushar kumar" userId="6f69711755cde1a6" providerId="LiveId" clId="{0AAE3268-0AEB-4709-A1E5-5E5AA297D685}" dt="2026-09-22T05:12:06.485" v="133" actId="14100"/>
          <ac:spMkLst>
            <pc:docMk/>
            <pc:sldMk cId="3834594995" sldId="256"/>
            <ac:spMk id="3" creationId="{83877AEB-9A5D-4BA0-C26C-B8D1FDC1B103}"/>
          </ac:spMkLst>
        </pc:spChg>
        <pc:spChg chg="del mod">
          <ac:chgData name="Tushar kumar" userId="6f69711755cde1a6" providerId="LiveId" clId="{0AAE3268-0AEB-4709-A1E5-5E5AA297D685}" dt="2026-09-22T05:11:44.651" v="129" actId="478"/>
          <ac:spMkLst>
            <pc:docMk/>
            <pc:sldMk cId="3834594995" sldId="256"/>
            <ac:spMk id="16" creationId="{6C309946-C2F9-CFA8-55A7-CE96D2BAD3AD}"/>
          </ac:spMkLst>
        </pc:spChg>
      </pc:sldChg>
      <pc:sldChg chg="addSp delSp modSp mod modTransition">
        <pc:chgData name="Tushar kumar" userId="6f69711755cde1a6" providerId="LiveId" clId="{0AAE3268-0AEB-4709-A1E5-5E5AA297D685}" dt="2026-09-22T05:12:49.480" v="138" actId="1076"/>
        <pc:sldMkLst>
          <pc:docMk/>
          <pc:sldMk cId="3009181619" sldId="257"/>
        </pc:sldMkLst>
        <pc:spChg chg="add del mod">
          <ac:chgData name="Tushar kumar" userId="6f69711755cde1a6" providerId="LiveId" clId="{0AAE3268-0AEB-4709-A1E5-5E5AA297D685}" dt="2026-09-22T05:12:21.069" v="134" actId="478"/>
          <ac:spMkLst>
            <pc:docMk/>
            <pc:sldMk cId="3009181619" sldId="257"/>
            <ac:spMk id="3" creationId="{DBC05DDD-A173-AE22-0AAA-DAEEB651AE27}"/>
          </ac:spMkLst>
        </pc:spChg>
        <pc:spChg chg="add mod">
          <ac:chgData name="Tushar kumar" userId="6f69711755cde1a6" providerId="LiveId" clId="{0AAE3268-0AEB-4709-A1E5-5E5AA297D685}" dt="2026-09-22T05:12:49.480" v="138" actId="1076"/>
          <ac:spMkLst>
            <pc:docMk/>
            <pc:sldMk cId="3009181619" sldId="257"/>
            <ac:spMk id="5" creationId="{7D6157B2-540D-930C-E2F7-B2A66FC486DA}"/>
          </ac:spMkLst>
        </pc:spChg>
        <pc:spChg chg="del mod">
          <ac:chgData name="Tushar kumar" userId="6f69711755cde1a6" providerId="LiveId" clId="{0AAE3268-0AEB-4709-A1E5-5E5AA297D685}" dt="2026-09-22T05:04:37.572" v="70" actId="478"/>
          <ac:spMkLst>
            <pc:docMk/>
            <pc:sldMk cId="3009181619" sldId="257"/>
            <ac:spMk id="30" creationId="{F22D0ACA-253E-04BA-57BC-CF631C63B646}"/>
          </ac:spMkLst>
        </pc:spChg>
      </pc:sldChg>
      <pc:sldChg chg="addSp delSp modSp new mod modTransition setBg">
        <pc:chgData name="Tushar kumar" userId="6f69711755cde1a6" providerId="LiveId" clId="{0AAE3268-0AEB-4709-A1E5-5E5AA297D685}" dt="2026-09-22T05:11:29.338" v="128" actId="313"/>
        <pc:sldMkLst>
          <pc:docMk/>
          <pc:sldMk cId="4253373050" sldId="258"/>
        </pc:sldMkLst>
        <pc:spChg chg="del">
          <ac:chgData name="Tushar kumar" userId="6f69711755cde1a6" providerId="LiveId" clId="{0AAE3268-0AEB-4709-A1E5-5E5AA297D685}" dt="2026-09-22T04:52:40.920" v="2" actId="478"/>
          <ac:spMkLst>
            <pc:docMk/>
            <pc:sldMk cId="4253373050" sldId="258"/>
            <ac:spMk id="2" creationId="{0BA6452D-22B1-46F7-1418-1BBCBFFA793A}"/>
          </ac:spMkLst>
        </pc:spChg>
        <pc:spChg chg="del">
          <ac:chgData name="Tushar kumar" userId="6f69711755cde1a6" providerId="LiveId" clId="{0AAE3268-0AEB-4709-A1E5-5E5AA297D685}" dt="2026-09-22T04:52:44.108" v="3" actId="478"/>
          <ac:spMkLst>
            <pc:docMk/>
            <pc:sldMk cId="4253373050" sldId="258"/>
            <ac:spMk id="3" creationId="{35152DEB-5D2E-7924-0CAA-AE1828C48EA2}"/>
          </ac:spMkLst>
        </pc:spChg>
        <pc:spChg chg="add mod">
          <ac:chgData name="Tushar kumar" userId="6f69711755cde1a6" providerId="LiveId" clId="{0AAE3268-0AEB-4709-A1E5-5E5AA297D685}" dt="2026-09-22T04:55:04.190" v="9" actId="164"/>
          <ac:spMkLst>
            <pc:docMk/>
            <pc:sldMk cId="4253373050" sldId="258"/>
            <ac:spMk id="5" creationId="{0F1AE10F-44AE-2F4C-9F78-74FEE9F642C3}"/>
          </ac:spMkLst>
        </pc:spChg>
        <pc:spChg chg="add mod">
          <ac:chgData name="Tushar kumar" userId="6f69711755cde1a6" providerId="LiveId" clId="{0AAE3268-0AEB-4709-A1E5-5E5AA297D685}" dt="2026-09-22T04:55:04.190" v="9" actId="164"/>
          <ac:spMkLst>
            <pc:docMk/>
            <pc:sldMk cId="4253373050" sldId="258"/>
            <ac:spMk id="7" creationId="{B76E9447-9114-D2D6-730E-70E9107C925C}"/>
          </ac:spMkLst>
        </pc:spChg>
        <pc:spChg chg="add mod">
          <ac:chgData name="Tushar kumar" userId="6f69711755cde1a6" providerId="LiveId" clId="{0AAE3268-0AEB-4709-A1E5-5E5AA297D685}" dt="2026-09-22T04:55:04.190" v="9" actId="164"/>
          <ac:spMkLst>
            <pc:docMk/>
            <pc:sldMk cId="4253373050" sldId="258"/>
            <ac:spMk id="9" creationId="{BA192205-1239-0ED7-C39E-BF922D9BDDB1}"/>
          </ac:spMkLst>
        </pc:spChg>
        <pc:spChg chg="add mod">
          <ac:chgData name="Tushar kumar" userId="6f69711755cde1a6" providerId="LiveId" clId="{0AAE3268-0AEB-4709-A1E5-5E5AA297D685}" dt="2026-09-22T04:55:04.190" v="9" actId="164"/>
          <ac:spMkLst>
            <pc:docMk/>
            <pc:sldMk cId="4253373050" sldId="258"/>
            <ac:spMk id="11" creationId="{76F7CBB7-A0ED-0D2B-3A8A-965B12CB00F2}"/>
          </ac:spMkLst>
        </pc:spChg>
        <pc:spChg chg="add mod">
          <ac:chgData name="Tushar kumar" userId="6f69711755cde1a6" providerId="LiveId" clId="{0AAE3268-0AEB-4709-A1E5-5E5AA297D685}" dt="2026-09-22T04:55:04.190" v="9" actId="164"/>
          <ac:spMkLst>
            <pc:docMk/>
            <pc:sldMk cId="4253373050" sldId="258"/>
            <ac:spMk id="13" creationId="{6D005D6C-E930-9186-D5E2-1B5AF9208FD7}"/>
          </ac:spMkLst>
        </pc:spChg>
        <pc:spChg chg="add mod">
          <ac:chgData name="Tushar kumar" userId="6f69711755cde1a6" providerId="LiveId" clId="{0AAE3268-0AEB-4709-A1E5-5E5AA297D685}" dt="2026-09-22T04:55:19.908" v="11" actId="688"/>
          <ac:spMkLst>
            <pc:docMk/>
            <pc:sldMk cId="4253373050" sldId="258"/>
            <ac:spMk id="15" creationId="{A2CF8541-A814-2389-E26A-4BB3D387F1A7}"/>
          </ac:spMkLst>
        </pc:spChg>
        <pc:spChg chg="add del mod">
          <ac:chgData name="Tushar kumar" userId="6f69711755cde1a6" providerId="LiveId" clId="{0AAE3268-0AEB-4709-A1E5-5E5AA297D685}" dt="2026-09-22T05:05:18.826" v="77" actId="478"/>
          <ac:spMkLst>
            <pc:docMk/>
            <pc:sldMk cId="4253373050" sldId="258"/>
            <ac:spMk id="18" creationId="{10E85ABD-C386-F5EB-D2DB-49E2E149FC7C}"/>
          </ac:spMkLst>
        </pc:spChg>
        <pc:spChg chg="add del">
          <ac:chgData name="Tushar kumar" userId="6f69711755cde1a6" providerId="LiveId" clId="{0AAE3268-0AEB-4709-A1E5-5E5AA297D685}" dt="2026-09-22T05:00:50.760" v="41" actId="478"/>
          <ac:spMkLst>
            <pc:docMk/>
            <pc:sldMk cId="4253373050" sldId="258"/>
            <ac:spMk id="20" creationId="{8B39A66E-5C9A-0672-C575-78057600F0F0}"/>
          </ac:spMkLst>
        </pc:spChg>
        <pc:spChg chg="add mod topLvl">
          <ac:chgData name="Tushar kumar" userId="6f69711755cde1a6" providerId="LiveId" clId="{0AAE3268-0AEB-4709-A1E5-5E5AA297D685}" dt="2026-09-22T05:07:26.792" v="86" actId="165"/>
          <ac:spMkLst>
            <pc:docMk/>
            <pc:sldMk cId="4253373050" sldId="258"/>
            <ac:spMk id="22" creationId="{9A4CDD4C-3EA8-19D1-AAA3-F5B3D64D91A0}"/>
          </ac:spMkLst>
        </pc:spChg>
        <pc:spChg chg="add mod topLvl">
          <ac:chgData name="Tushar kumar" userId="6f69711755cde1a6" providerId="LiveId" clId="{0AAE3268-0AEB-4709-A1E5-5E5AA297D685}" dt="2026-09-22T05:07:26.792" v="86" actId="165"/>
          <ac:spMkLst>
            <pc:docMk/>
            <pc:sldMk cId="4253373050" sldId="258"/>
            <ac:spMk id="24" creationId="{2BBA0E39-AEA8-3EBB-0420-F5361CC289C3}"/>
          </ac:spMkLst>
        </pc:spChg>
        <pc:spChg chg="add mod topLvl">
          <ac:chgData name="Tushar kumar" userId="6f69711755cde1a6" providerId="LiveId" clId="{0AAE3268-0AEB-4709-A1E5-5E5AA297D685}" dt="2026-09-22T05:07:26.792" v="86" actId="165"/>
          <ac:spMkLst>
            <pc:docMk/>
            <pc:sldMk cId="4253373050" sldId="258"/>
            <ac:spMk id="26" creationId="{8737458D-C839-990D-3536-E14888CFC702}"/>
          </ac:spMkLst>
        </pc:spChg>
        <pc:spChg chg="add mod topLvl">
          <ac:chgData name="Tushar kumar" userId="6f69711755cde1a6" providerId="LiveId" clId="{0AAE3268-0AEB-4709-A1E5-5E5AA297D685}" dt="2026-09-22T05:07:26.792" v="86" actId="165"/>
          <ac:spMkLst>
            <pc:docMk/>
            <pc:sldMk cId="4253373050" sldId="258"/>
            <ac:spMk id="28" creationId="{7B4C21C5-E064-78DE-6D86-428E4AD508E0}"/>
          </ac:spMkLst>
        </pc:spChg>
        <pc:spChg chg="add mod topLvl">
          <ac:chgData name="Tushar kumar" userId="6f69711755cde1a6" providerId="LiveId" clId="{0AAE3268-0AEB-4709-A1E5-5E5AA297D685}" dt="2026-09-22T05:07:26.792" v="86" actId="165"/>
          <ac:spMkLst>
            <pc:docMk/>
            <pc:sldMk cId="4253373050" sldId="258"/>
            <ac:spMk id="30" creationId="{8B9718D4-7D77-39F6-AE6D-6950B7ACAE53}"/>
          </ac:spMkLst>
        </pc:spChg>
        <pc:spChg chg="add mod topLvl">
          <ac:chgData name="Tushar kumar" userId="6f69711755cde1a6" providerId="LiveId" clId="{0AAE3268-0AEB-4709-A1E5-5E5AA297D685}" dt="2026-09-22T05:07:26.792" v="86" actId="165"/>
          <ac:spMkLst>
            <pc:docMk/>
            <pc:sldMk cId="4253373050" sldId="258"/>
            <ac:spMk id="32" creationId="{79C14359-3BDC-BCC5-2F08-8CA15F59B5AA}"/>
          </ac:spMkLst>
        </pc:spChg>
        <pc:spChg chg="add mod">
          <ac:chgData name="Tushar kumar" userId="6f69711755cde1a6" providerId="LiveId" clId="{0AAE3268-0AEB-4709-A1E5-5E5AA297D685}" dt="2026-09-22T05:11:29.338" v="128" actId="313"/>
          <ac:spMkLst>
            <pc:docMk/>
            <pc:sldMk cId="4253373050" sldId="258"/>
            <ac:spMk id="35" creationId="{149F7FAF-F12D-6A11-1CF5-A3EB7E6021A1}"/>
          </ac:spMkLst>
        </pc:spChg>
        <pc:grpChg chg="add del mod">
          <ac:chgData name="Tushar kumar" userId="6f69711755cde1a6" providerId="LiveId" clId="{0AAE3268-0AEB-4709-A1E5-5E5AA297D685}" dt="2026-09-22T05:00:39.183" v="39" actId="478"/>
          <ac:grpSpMkLst>
            <pc:docMk/>
            <pc:sldMk cId="4253373050" sldId="258"/>
            <ac:grpSpMk id="16" creationId="{3422E9E0-2257-424D-3742-654611A985D6}"/>
          </ac:grpSpMkLst>
        </pc:grpChg>
        <pc:grpChg chg="add del mod">
          <ac:chgData name="Tushar kumar" userId="6f69711755cde1a6" providerId="LiveId" clId="{0AAE3268-0AEB-4709-A1E5-5E5AA297D685}" dt="2026-09-22T05:07:26.792" v="86" actId="165"/>
          <ac:grpSpMkLst>
            <pc:docMk/>
            <pc:sldMk cId="4253373050" sldId="258"/>
            <ac:grpSpMk id="33" creationId="{A6DFEC33-D12A-05A8-1E8D-005E7B1E2FE8}"/>
          </ac:grpSpMkLst>
        </pc:grpChg>
      </pc:sldChg>
      <pc:sldChg chg="addSp delSp modSp new mod modTransition setBg">
        <pc:chgData name="Tushar kumar" userId="6f69711755cde1a6" providerId="LiveId" clId="{0AAE3268-0AEB-4709-A1E5-5E5AA297D685}" dt="2026-09-22T05:13:46.629" v="145"/>
        <pc:sldMkLst>
          <pc:docMk/>
          <pc:sldMk cId="3052086741" sldId="259"/>
        </pc:sldMkLst>
        <pc:spChg chg="del">
          <ac:chgData name="Tushar kumar" userId="6f69711755cde1a6" providerId="LiveId" clId="{0AAE3268-0AEB-4709-A1E5-5E5AA297D685}" dt="2026-09-22T05:09:20.332" v="88" actId="478"/>
          <ac:spMkLst>
            <pc:docMk/>
            <pc:sldMk cId="3052086741" sldId="259"/>
            <ac:spMk id="2" creationId="{B9E35F58-8C1C-B7E1-5D1B-BAE2D1A69828}"/>
          </ac:spMkLst>
        </pc:spChg>
        <pc:spChg chg="del">
          <ac:chgData name="Tushar kumar" userId="6f69711755cde1a6" providerId="LiveId" clId="{0AAE3268-0AEB-4709-A1E5-5E5AA297D685}" dt="2026-09-22T05:09:22.890" v="89" actId="478"/>
          <ac:spMkLst>
            <pc:docMk/>
            <pc:sldMk cId="3052086741" sldId="259"/>
            <ac:spMk id="3" creationId="{19558781-837C-8E06-F125-B147348A904C}"/>
          </ac:spMkLst>
        </pc:spChg>
        <pc:spChg chg="add mod topLvl">
          <ac:chgData name="Tushar kumar" userId="6f69711755cde1a6" providerId="LiveId" clId="{0AAE3268-0AEB-4709-A1E5-5E5AA297D685}" dt="2026-09-22T05:10:48.760" v="107" actId="165"/>
          <ac:spMkLst>
            <pc:docMk/>
            <pc:sldMk cId="3052086741" sldId="259"/>
            <ac:spMk id="5" creationId="{7B511C1F-9358-E68F-09FD-C9B20BEB6660}"/>
          </ac:spMkLst>
        </pc:spChg>
        <pc:spChg chg="add mod topLvl">
          <ac:chgData name="Tushar kumar" userId="6f69711755cde1a6" providerId="LiveId" clId="{0AAE3268-0AEB-4709-A1E5-5E5AA297D685}" dt="2026-09-22T05:10:48.760" v="107" actId="165"/>
          <ac:spMkLst>
            <pc:docMk/>
            <pc:sldMk cId="3052086741" sldId="259"/>
            <ac:spMk id="7" creationId="{DEB72FC5-7C46-1BC8-63A8-0EE6E5241316}"/>
          </ac:spMkLst>
        </pc:spChg>
        <pc:spChg chg="add mod topLvl">
          <ac:chgData name="Tushar kumar" userId="6f69711755cde1a6" providerId="LiveId" clId="{0AAE3268-0AEB-4709-A1E5-5E5AA297D685}" dt="2026-09-22T05:10:48.760" v="107" actId="165"/>
          <ac:spMkLst>
            <pc:docMk/>
            <pc:sldMk cId="3052086741" sldId="259"/>
            <ac:spMk id="9" creationId="{C69A7506-A1DE-3A8E-B879-1E6873FE41B7}"/>
          </ac:spMkLst>
        </pc:spChg>
        <pc:spChg chg="add mod topLvl">
          <ac:chgData name="Tushar kumar" userId="6f69711755cde1a6" providerId="LiveId" clId="{0AAE3268-0AEB-4709-A1E5-5E5AA297D685}" dt="2026-09-22T05:10:48.760" v="107" actId="165"/>
          <ac:spMkLst>
            <pc:docMk/>
            <pc:sldMk cId="3052086741" sldId="259"/>
            <ac:spMk id="11" creationId="{18BC2C1F-4C55-584C-D1C6-9DFC0827B195}"/>
          </ac:spMkLst>
        </pc:spChg>
        <pc:spChg chg="add mod topLvl">
          <ac:chgData name="Tushar kumar" userId="6f69711755cde1a6" providerId="LiveId" clId="{0AAE3268-0AEB-4709-A1E5-5E5AA297D685}" dt="2026-09-22T05:10:48.760" v="107" actId="165"/>
          <ac:spMkLst>
            <pc:docMk/>
            <pc:sldMk cId="3052086741" sldId="259"/>
            <ac:spMk id="13" creationId="{DC4F66E0-106A-6FFA-0414-9AF5FC1EBFF7}"/>
          </ac:spMkLst>
        </pc:spChg>
        <pc:spChg chg="add mod topLvl">
          <ac:chgData name="Tushar kumar" userId="6f69711755cde1a6" providerId="LiveId" clId="{0AAE3268-0AEB-4709-A1E5-5E5AA297D685}" dt="2026-09-22T05:10:48.760" v="107" actId="165"/>
          <ac:spMkLst>
            <pc:docMk/>
            <pc:sldMk cId="3052086741" sldId="259"/>
            <ac:spMk id="15" creationId="{6E652D35-4111-A354-D055-8B76BF9DC83A}"/>
          </ac:spMkLst>
        </pc:spChg>
        <pc:spChg chg="add mod">
          <ac:chgData name="Tushar kumar" userId="6f69711755cde1a6" providerId="LiveId" clId="{0AAE3268-0AEB-4709-A1E5-5E5AA297D685}" dt="2026-09-22T05:13:41.301" v="144" actId="1076"/>
          <ac:spMkLst>
            <pc:docMk/>
            <pc:sldMk cId="3052086741" sldId="259"/>
            <ac:spMk id="18" creationId="{F04C0119-DBAC-6224-3CD2-7193AA297A03}"/>
          </ac:spMkLst>
        </pc:spChg>
        <pc:grpChg chg="add del mod">
          <ac:chgData name="Tushar kumar" userId="6f69711755cde1a6" providerId="LiveId" clId="{0AAE3268-0AEB-4709-A1E5-5E5AA297D685}" dt="2026-09-22T05:10:48.760" v="107" actId="165"/>
          <ac:grpSpMkLst>
            <pc:docMk/>
            <pc:sldMk cId="3052086741" sldId="259"/>
            <ac:grpSpMk id="16" creationId="{6C9EB177-7B9F-7DF7-7CEA-CFF96DE7BC3D}"/>
          </ac:grpSpMkLst>
        </pc:gr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A5EA09-777D-6CBB-5255-031853DCFD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6E2523-1482-7747-528D-6F5902868C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4C11F1-2319-81B3-85A6-6A6CF65B7A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C17B5-A0AE-416D-B3AB-364B4EB1ADBD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A6ED07-90E2-CD9B-0C99-59DDA4E940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063CD0-A17E-5874-38D0-173F01715E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6B371F-30B5-4DD3-8031-7F5973910C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00004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B79D69-7F37-03C8-1A11-4F805A5C40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3D7199-3132-FC5E-8893-90A1D82BA8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D989F1-97E1-A482-50DC-9446A670B7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C17B5-A0AE-416D-B3AB-364B4EB1ADBD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14C666-B14D-1489-C653-6B81714124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DE9C5C-E11B-6FEF-0E50-3433E25EB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6B371F-30B5-4DD3-8031-7F5973910C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43711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0B057D-FDCA-4DBF-FC0A-9529C782DF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9A6EF6-9BC4-45D5-EC99-81DE86007B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5CCA29-8977-EB55-6DA1-F5D164CEA3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C17B5-A0AE-416D-B3AB-364B4EB1ADBD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48101F-C02F-46AC-F217-35BF94FD76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A2056F-9084-E71E-4663-72F311D2E7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6B371F-30B5-4DD3-8031-7F5973910C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14789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30B52D-A36B-A6E0-889A-7910564C92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CC6A3E-A7C8-FA86-27D5-BDAC993416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92F253-E3EC-D001-6FDF-0289BA9A9A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BA2D4F-1888-2F10-68A1-75F840F61B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C17B5-A0AE-416D-B3AB-364B4EB1ADBD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3AE33C-9107-9031-BE96-68D799A18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093512-A28E-089E-6E5B-F5DE7F7BE0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6B371F-30B5-4DD3-8031-7F5973910C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44138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B7EB2-7C24-4DDF-B419-B949F7EF7F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1BDFD8-DD5D-021C-18D8-6B50B0CAAD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CEC2CF-A6EC-E879-FA43-A0665E807A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E3AF4B-C019-51BE-7FA4-C51576018D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15763C-424F-7618-5A98-9E113961435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31ED921-D24B-670E-A3B8-CBFD1731B3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C17B5-A0AE-416D-B3AB-364B4EB1ADBD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E49021B-A383-25CC-30F5-04EFE676E5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E04E3FA-CF3A-FCFE-0050-C7B3075B52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6B371F-30B5-4DD3-8031-7F5973910C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18269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9CBC60-F723-2ABA-12AA-23CF08CA71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7F3119-C0CA-8AAA-7D5A-1B4870FA3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C17B5-A0AE-416D-B3AB-364B4EB1ADBD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0DFE70-D075-2D49-BAFE-B237B0BD2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A4DAFE-2229-2D03-8A1E-6CD56ADB66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6B371F-30B5-4DD3-8031-7F5973910C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98847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7BFE4FF-CF71-2A69-F5DD-1D88AD4AB3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C17B5-A0AE-416D-B3AB-364B4EB1ADBD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9A01FCF-19AF-964E-8E54-6E7D9DA38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117FB7-3CBB-3EF8-DC13-34BB4AE5B6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6B371F-30B5-4DD3-8031-7F5973910C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27238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288FAF-7394-F875-123A-C7BD3F7524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356576-BB88-F14B-2EAD-A864AEE166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50B411-EE7E-81F3-0FEF-A716EB76E5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85F891-50E0-0BA5-8667-43B0B2EFC7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C17B5-A0AE-416D-B3AB-364B4EB1ADBD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DE9231-895F-C8B5-763E-9124B39393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2E767B-7B08-E8BA-44EC-70EED89F1B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6B371F-30B5-4DD3-8031-7F5973910C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37823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B7931D-AA1F-71BA-248A-60BE3073C5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46D0D30-6C09-6C3B-AF6D-E52B9F7EA83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ADCC7A-625B-A16C-E835-10A4030E2D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B07254-0B75-0E0B-F588-97D887CECA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C17B5-A0AE-416D-B3AB-364B4EB1ADBD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D18617-0D67-0603-1CDB-09FB50673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9C267D-F793-DB12-6909-036031A02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6B371F-30B5-4DD3-8031-7F5973910C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5153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10136E-3990-7400-76D1-BE94E6E103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A00571-D8B9-0086-75CE-7E5CD20632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689C70-11D5-441B-E5A0-E1D8269DC9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C17B5-A0AE-416D-B3AB-364B4EB1ADBD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315613-4502-5681-0DCF-F8D25056E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3AD1CB-35CD-6702-BC7D-AD4910AE1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6B371F-30B5-4DD3-8031-7F5973910C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44293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044FD50-CD0A-3412-AF80-298AACB1F5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DA0F62-AA30-A1B3-4ED2-9F63E951F2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6F9E1A-4DFE-F191-040D-87F89C4680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C17B5-A0AE-416D-B3AB-364B4EB1ADBD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8D2034-81C3-03F2-F198-FF13E2350A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AF8060-EE0F-81B7-54F2-A302F7CF8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6B371F-30B5-4DD3-8031-7F5973910C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3869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1E613F-4512-AE8C-CF3C-89ACE786AF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AB01E3-9DB1-DF6E-C590-C721CE7EE4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913299-CC4B-D7A6-56A4-B07274A3D3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EC17B5-A0AE-416D-B3AB-364B4EB1ADBD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7A7E22-94BE-9238-F5F2-968CDC1050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318583-23F4-587E-DF08-AE57DFA74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6B371F-30B5-4DD3-8031-7F5973910C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24482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ar.inspiredpencil.com/pictures-2023/nature-photos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pxhere.com/en/photo/1282854" TargetMode="Externa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002D7A6-7065-974C-1078-031F52ABADA6}"/>
              </a:ext>
            </a:extLst>
          </p:cNvPr>
          <p:cNvSpPr/>
          <p:nvPr/>
        </p:nvSpPr>
        <p:spPr>
          <a:xfrm>
            <a:off x="-1" y="0"/>
            <a:ext cx="12328071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">
                <a:schemeClr val="tx1">
                  <a:alpha val="70000"/>
                </a:schemeClr>
              </a:gs>
              <a:gs pos="0">
                <a:schemeClr val="accent1">
                  <a:lumMod val="45000"/>
                  <a:lumOff val="55000"/>
                </a:schemeClr>
              </a:gs>
              <a:gs pos="86000">
                <a:srgbClr val="0DC0FF">
                  <a:alpha val="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 useBgFill="1">
        <p:nvSpPr>
          <p:cNvPr id="18" name="Flowchart: Summing Junction 17">
            <a:extLst>
              <a:ext uri="{FF2B5EF4-FFF2-40B4-BE49-F238E27FC236}">
                <a16:creationId xmlns:a16="http://schemas.microsoft.com/office/drawing/2014/main" id="{C4B5C88F-2FB1-A117-6CD5-847573787145}"/>
              </a:ext>
            </a:extLst>
          </p:cNvPr>
          <p:cNvSpPr/>
          <p:nvPr/>
        </p:nvSpPr>
        <p:spPr>
          <a:xfrm>
            <a:off x="-3918861" y="-1387926"/>
            <a:ext cx="9201153" cy="9462404"/>
          </a:xfrm>
          <a:prstGeom prst="flowChartSummingJunction">
            <a:avLst/>
          </a:prstGeom>
          <a:ln>
            <a:solidFill>
              <a:schemeClr val="bg1"/>
            </a:solidFill>
          </a:ln>
          <a:effectLst>
            <a:outerShdw blurRad="152400" dist="38100" sx="103000" sy="1030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1441AB9-30FE-AC0C-A472-E2551042C16C}"/>
              </a:ext>
            </a:extLst>
          </p:cNvPr>
          <p:cNvSpPr txBox="1"/>
          <p:nvPr/>
        </p:nvSpPr>
        <p:spPr>
          <a:xfrm>
            <a:off x="3194889" y="2771917"/>
            <a:ext cx="830102" cy="1720678"/>
          </a:xfrm>
          <a:prstGeom prst="rect">
            <a:avLst/>
          </a:prstGeom>
          <a:noFill/>
        </p:spPr>
        <p:txBody>
          <a:bodyPr vert="vert" wrap="non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Part 01</a:t>
            </a:r>
            <a:endParaRPr lang="en-IN" sz="4400" dirty="0">
              <a:solidFill>
                <a:schemeClr val="bg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41D7E6D-A2A8-1F70-61B9-64C93DCF2734}"/>
              </a:ext>
            </a:extLst>
          </p:cNvPr>
          <p:cNvSpPr txBox="1"/>
          <p:nvPr/>
        </p:nvSpPr>
        <p:spPr>
          <a:xfrm>
            <a:off x="44714" y="22484"/>
            <a:ext cx="1753530" cy="766136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Part 02</a:t>
            </a:r>
            <a:endParaRPr lang="en-IN" sz="4400" dirty="0">
              <a:solidFill>
                <a:schemeClr val="bg1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B095C57-F4E9-72CA-2DA3-637ED9158D89}"/>
              </a:ext>
            </a:extLst>
          </p:cNvPr>
          <p:cNvSpPr txBox="1"/>
          <p:nvPr/>
        </p:nvSpPr>
        <p:spPr>
          <a:xfrm>
            <a:off x="-2812156" y="2661560"/>
            <a:ext cx="830102" cy="1720678"/>
          </a:xfrm>
          <a:prstGeom prst="rect">
            <a:avLst/>
          </a:prstGeom>
          <a:noFill/>
        </p:spPr>
        <p:txBody>
          <a:bodyPr vert="vert" wrap="non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Part 03</a:t>
            </a:r>
            <a:endParaRPr lang="en-IN" sz="4400" dirty="0">
              <a:solidFill>
                <a:schemeClr val="bg1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E6600EC-2DF1-EA9C-D467-92E3A5A319BC}"/>
              </a:ext>
            </a:extLst>
          </p:cNvPr>
          <p:cNvSpPr txBox="1"/>
          <p:nvPr/>
        </p:nvSpPr>
        <p:spPr>
          <a:xfrm>
            <a:off x="44715" y="5991793"/>
            <a:ext cx="1753530" cy="766136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Part 04</a:t>
            </a:r>
            <a:endParaRPr lang="en-IN" sz="4400" dirty="0">
              <a:solidFill>
                <a:schemeClr val="bg1"/>
              </a:solidFill>
            </a:endParaRPr>
          </a:p>
        </p:txBody>
      </p:sp>
      <p:sp useBgFill="1">
        <p:nvSpPr>
          <p:cNvPr id="28" name="Flowchart: Connector 27">
            <a:extLst>
              <a:ext uri="{FF2B5EF4-FFF2-40B4-BE49-F238E27FC236}">
                <a16:creationId xmlns:a16="http://schemas.microsoft.com/office/drawing/2014/main" id="{AEDE27D2-7066-1C03-B205-3E015754091F}"/>
              </a:ext>
            </a:extLst>
          </p:cNvPr>
          <p:cNvSpPr/>
          <p:nvPr/>
        </p:nvSpPr>
        <p:spPr>
          <a:xfrm>
            <a:off x="-2006851" y="734245"/>
            <a:ext cx="5200719" cy="5354325"/>
          </a:xfrm>
          <a:prstGeom prst="flowChartConnector">
            <a:avLst/>
          </a:prstGeom>
          <a:ln>
            <a:noFill/>
          </a:ln>
          <a:effectLst>
            <a:outerShdw blurRad="152400" dist="38100" sx="103000" sy="1030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877AEB-9A5D-4BA0-C26C-B8D1FDC1B103}"/>
              </a:ext>
            </a:extLst>
          </p:cNvPr>
          <p:cNvSpPr txBox="1"/>
          <p:nvPr/>
        </p:nvSpPr>
        <p:spPr>
          <a:xfrm>
            <a:off x="6087597" y="788620"/>
            <a:ext cx="5171806" cy="336092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600" dirty="0">
                <a:solidFill>
                  <a:schemeClr val="bg1"/>
                </a:solidFill>
              </a:rPr>
              <a:t>Introduction</a:t>
            </a:r>
          </a:p>
          <a:p>
            <a:endParaRPr lang="en-US" sz="6600" dirty="0">
              <a:solidFill>
                <a:schemeClr val="bg1"/>
              </a:solidFill>
            </a:endParaRPr>
          </a:p>
          <a:p>
            <a:endParaRPr lang="en-US" sz="6600" dirty="0">
              <a:solidFill>
                <a:schemeClr val="bg1"/>
              </a:solidFill>
            </a:endParaRPr>
          </a:p>
          <a:p>
            <a:endParaRPr lang="en-US" sz="6600" dirty="0">
              <a:solidFill>
                <a:schemeClr val="bg1"/>
              </a:solidFill>
            </a:endParaRPr>
          </a:p>
          <a:p>
            <a:endParaRPr lang="en-US" sz="6600" dirty="0">
              <a:solidFill>
                <a:schemeClr val="bg1"/>
              </a:solidFill>
            </a:endParaRPr>
          </a:p>
          <a:p>
            <a:endParaRPr lang="en-US" sz="6600" dirty="0">
              <a:solidFill>
                <a:schemeClr val="bg1"/>
              </a:solidFill>
            </a:endParaRPr>
          </a:p>
          <a:p>
            <a:endParaRPr lang="en-US" sz="6600" dirty="0">
              <a:solidFill>
                <a:schemeClr val="bg1"/>
              </a:solidFill>
            </a:endParaRPr>
          </a:p>
          <a:p>
            <a:endParaRPr lang="en-US" sz="6600" dirty="0">
              <a:solidFill>
                <a:schemeClr val="bg1"/>
              </a:solidFill>
            </a:endParaRPr>
          </a:p>
          <a:p>
            <a:endParaRPr lang="en-US" sz="6600" dirty="0">
              <a:solidFill>
                <a:schemeClr val="bg1"/>
              </a:solidFill>
            </a:endParaRPr>
          </a:p>
          <a:p>
            <a:endParaRPr lang="en-US" sz="6600" dirty="0">
              <a:solidFill>
                <a:schemeClr val="bg1"/>
              </a:solidFill>
            </a:endParaRPr>
          </a:p>
          <a:p>
            <a:endParaRPr lang="en-US" sz="6600" dirty="0">
              <a:solidFill>
                <a:schemeClr val="bg1"/>
              </a:solidFill>
            </a:endParaRPr>
          </a:p>
          <a:p>
            <a:endParaRPr lang="en-US" sz="6600" dirty="0">
              <a:solidFill>
                <a:schemeClr val="bg1"/>
              </a:solidFill>
            </a:endParaRPr>
          </a:p>
          <a:p>
            <a:r>
              <a:rPr lang="en-US" sz="6600" dirty="0">
                <a:solidFill>
                  <a:schemeClr val="bg1"/>
                </a:solidFill>
              </a:rPr>
              <a:t>Lorem ipsum</a:t>
            </a:r>
          </a:p>
          <a:p>
            <a:endParaRPr lang="en-US" sz="6600" dirty="0">
              <a:solidFill>
                <a:schemeClr val="bg1"/>
              </a:solidFill>
            </a:endParaRPr>
          </a:p>
          <a:p>
            <a:endParaRPr lang="en-US" sz="6600" dirty="0">
              <a:solidFill>
                <a:schemeClr val="bg1"/>
              </a:solidFill>
            </a:endParaRPr>
          </a:p>
          <a:p>
            <a:endParaRPr lang="en-US" sz="6600" dirty="0">
              <a:solidFill>
                <a:schemeClr val="bg1"/>
              </a:solidFill>
            </a:endParaRPr>
          </a:p>
          <a:p>
            <a:endParaRPr lang="en-US" sz="6600" dirty="0">
              <a:solidFill>
                <a:schemeClr val="bg1"/>
              </a:solidFill>
            </a:endParaRPr>
          </a:p>
          <a:p>
            <a:endParaRPr lang="en-US" sz="6600" dirty="0">
              <a:solidFill>
                <a:schemeClr val="bg1"/>
              </a:solidFill>
            </a:endParaRPr>
          </a:p>
          <a:p>
            <a:endParaRPr lang="en-US" sz="6600" dirty="0">
              <a:solidFill>
                <a:schemeClr val="bg1"/>
              </a:solidFill>
            </a:endParaRPr>
          </a:p>
          <a:p>
            <a:endParaRPr lang="en-US" sz="6600" dirty="0">
              <a:solidFill>
                <a:schemeClr val="bg1"/>
              </a:solidFill>
            </a:endParaRPr>
          </a:p>
          <a:p>
            <a:endParaRPr lang="en-US" sz="6600" dirty="0">
              <a:solidFill>
                <a:schemeClr val="bg1"/>
              </a:solidFill>
            </a:endParaRPr>
          </a:p>
          <a:p>
            <a:endParaRPr lang="en-US" sz="6600" dirty="0">
              <a:solidFill>
                <a:schemeClr val="bg1"/>
              </a:solidFill>
            </a:endParaRPr>
          </a:p>
          <a:p>
            <a:r>
              <a:rPr lang="en-US" sz="6600" dirty="0">
                <a:solidFill>
                  <a:schemeClr val="bg1"/>
                </a:solidFill>
              </a:rPr>
              <a:t>Mountains</a:t>
            </a:r>
          </a:p>
          <a:p>
            <a:endParaRPr lang="en-US" sz="6600" dirty="0">
              <a:solidFill>
                <a:schemeClr val="bg1"/>
              </a:solidFill>
            </a:endParaRPr>
          </a:p>
          <a:p>
            <a:endParaRPr lang="en-US" sz="6600" dirty="0">
              <a:solidFill>
                <a:schemeClr val="bg1"/>
              </a:solidFill>
            </a:endParaRPr>
          </a:p>
          <a:p>
            <a:endParaRPr lang="en-US" sz="6600" dirty="0">
              <a:solidFill>
                <a:schemeClr val="bg1"/>
              </a:solidFill>
            </a:endParaRPr>
          </a:p>
          <a:p>
            <a:endParaRPr lang="en-US" sz="6600" dirty="0">
              <a:solidFill>
                <a:schemeClr val="bg1"/>
              </a:solidFill>
            </a:endParaRPr>
          </a:p>
          <a:p>
            <a:endParaRPr lang="en-US" sz="6600" dirty="0">
              <a:solidFill>
                <a:schemeClr val="bg1"/>
              </a:solidFill>
            </a:endParaRPr>
          </a:p>
          <a:p>
            <a:endParaRPr lang="en-US" sz="6600" dirty="0">
              <a:solidFill>
                <a:schemeClr val="bg1"/>
              </a:solidFill>
            </a:endParaRPr>
          </a:p>
          <a:p>
            <a:endParaRPr lang="en-US" sz="6600" dirty="0">
              <a:solidFill>
                <a:schemeClr val="bg1"/>
              </a:solidFill>
            </a:endParaRPr>
          </a:p>
          <a:p>
            <a:endParaRPr lang="en-US" sz="6600" dirty="0">
              <a:solidFill>
                <a:schemeClr val="bg1"/>
              </a:solidFill>
            </a:endParaRPr>
          </a:p>
          <a:p>
            <a:endParaRPr lang="en-US" sz="6600" dirty="0">
              <a:solidFill>
                <a:schemeClr val="bg1"/>
              </a:solidFill>
            </a:endParaRPr>
          </a:p>
          <a:p>
            <a:r>
              <a:rPr lang="en-US" sz="6600" dirty="0">
                <a:solidFill>
                  <a:schemeClr val="bg1"/>
                </a:solidFill>
              </a:rPr>
              <a:t>Himalayas</a:t>
            </a:r>
          </a:p>
        </p:txBody>
      </p:sp>
    </p:spTree>
    <p:extLst>
      <p:ext uri="{BB962C8B-B14F-4D97-AF65-F5344CB8AC3E}">
        <p14:creationId xmlns:p14="http://schemas.microsoft.com/office/powerpoint/2010/main" val="38345949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Flowchart: Summing Junction 31">
            <a:extLst>
              <a:ext uri="{FF2B5EF4-FFF2-40B4-BE49-F238E27FC236}">
                <a16:creationId xmlns:a16="http://schemas.microsoft.com/office/drawing/2014/main" id="{7A1136F6-5EFC-DFC9-CBA5-3213C06B6C9A}"/>
              </a:ext>
            </a:extLst>
          </p:cNvPr>
          <p:cNvSpPr/>
          <p:nvPr/>
        </p:nvSpPr>
        <p:spPr>
          <a:xfrm rot="16200000">
            <a:off x="-3918861" y="-1387926"/>
            <a:ext cx="9201153" cy="9462404"/>
          </a:xfrm>
          <a:prstGeom prst="flowChartSummingJunction">
            <a:avLst/>
          </a:prstGeom>
          <a:ln>
            <a:solidFill>
              <a:schemeClr val="bg1"/>
            </a:solidFill>
          </a:ln>
          <a:effectLst>
            <a:outerShdw blurRad="152400" dist="38100" sx="103000" sy="1030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669B5DD-C0CB-0726-5BEF-036F0C27E491}"/>
              </a:ext>
            </a:extLst>
          </p:cNvPr>
          <p:cNvSpPr txBox="1"/>
          <p:nvPr/>
        </p:nvSpPr>
        <p:spPr>
          <a:xfrm rot="16200000">
            <a:off x="555645" y="-445288"/>
            <a:ext cx="830102" cy="1720678"/>
          </a:xfrm>
          <a:prstGeom prst="rect">
            <a:avLst/>
          </a:prstGeom>
          <a:noFill/>
        </p:spPr>
        <p:txBody>
          <a:bodyPr vert="vert" wrap="non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Part 01</a:t>
            </a:r>
            <a:endParaRPr lang="en-IN" sz="4400" dirty="0">
              <a:solidFill>
                <a:schemeClr val="bg1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CFE8D1D-CB20-93DC-48CF-111B78877979}"/>
              </a:ext>
            </a:extLst>
          </p:cNvPr>
          <p:cNvSpPr txBox="1"/>
          <p:nvPr/>
        </p:nvSpPr>
        <p:spPr>
          <a:xfrm rot="16200000">
            <a:off x="-3132773" y="2720445"/>
            <a:ext cx="1753530" cy="766136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Part 02</a:t>
            </a:r>
            <a:endParaRPr lang="en-IN" sz="4400" dirty="0">
              <a:solidFill>
                <a:schemeClr val="bg1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CAAEFE4-5C35-2531-889F-9F018AE1D95B}"/>
              </a:ext>
            </a:extLst>
          </p:cNvPr>
          <p:cNvSpPr txBox="1"/>
          <p:nvPr/>
        </p:nvSpPr>
        <p:spPr>
          <a:xfrm rot="16200000">
            <a:off x="445288" y="5561757"/>
            <a:ext cx="830102" cy="1720678"/>
          </a:xfrm>
          <a:prstGeom prst="rect">
            <a:avLst/>
          </a:prstGeom>
          <a:noFill/>
        </p:spPr>
        <p:txBody>
          <a:bodyPr vert="vert" wrap="non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Part 03</a:t>
            </a:r>
            <a:endParaRPr lang="en-IN" sz="4400" dirty="0">
              <a:solidFill>
                <a:schemeClr val="bg1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6C8C684-A608-9FF3-46EE-DBEE65AB39A8}"/>
              </a:ext>
            </a:extLst>
          </p:cNvPr>
          <p:cNvSpPr txBox="1"/>
          <p:nvPr/>
        </p:nvSpPr>
        <p:spPr>
          <a:xfrm rot="16200000">
            <a:off x="2836536" y="2720444"/>
            <a:ext cx="1753530" cy="766136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Part 04</a:t>
            </a:r>
            <a:endParaRPr lang="en-IN" sz="4400" dirty="0">
              <a:solidFill>
                <a:schemeClr val="bg1"/>
              </a:solidFill>
            </a:endParaRPr>
          </a:p>
        </p:txBody>
      </p:sp>
      <p:sp useBgFill="1">
        <p:nvSpPr>
          <p:cNvPr id="37" name="Flowchart: Connector 36">
            <a:extLst>
              <a:ext uri="{FF2B5EF4-FFF2-40B4-BE49-F238E27FC236}">
                <a16:creationId xmlns:a16="http://schemas.microsoft.com/office/drawing/2014/main" id="{494230EE-1413-8F05-F6FC-237BD710292B}"/>
              </a:ext>
            </a:extLst>
          </p:cNvPr>
          <p:cNvSpPr/>
          <p:nvPr/>
        </p:nvSpPr>
        <p:spPr>
          <a:xfrm rot="2877794">
            <a:off x="-1850513" y="754321"/>
            <a:ext cx="5200719" cy="5354325"/>
          </a:xfrm>
          <a:prstGeom prst="flowChartConnector">
            <a:avLst/>
          </a:prstGeom>
          <a:ln>
            <a:noFill/>
          </a:ln>
          <a:effectLst>
            <a:outerShdw blurRad="152400" dist="38100" sx="103000" sy="1030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6157B2-540D-930C-E2F7-B2A66FC486DA}"/>
              </a:ext>
            </a:extLst>
          </p:cNvPr>
          <p:cNvSpPr txBox="1"/>
          <p:nvPr/>
        </p:nvSpPr>
        <p:spPr>
          <a:xfrm>
            <a:off x="6482662" y="-11188546"/>
            <a:ext cx="5380862" cy="336092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600" dirty="0">
                <a:solidFill>
                  <a:schemeClr val="bg1"/>
                </a:solidFill>
              </a:rPr>
              <a:t>Introduction</a:t>
            </a:r>
          </a:p>
          <a:p>
            <a:endParaRPr lang="en-US" sz="6600" dirty="0">
              <a:solidFill>
                <a:schemeClr val="bg1"/>
              </a:solidFill>
            </a:endParaRPr>
          </a:p>
          <a:p>
            <a:endParaRPr lang="en-US" sz="6600" dirty="0">
              <a:solidFill>
                <a:schemeClr val="bg1"/>
              </a:solidFill>
            </a:endParaRPr>
          </a:p>
          <a:p>
            <a:endParaRPr lang="en-US" sz="6600" dirty="0">
              <a:solidFill>
                <a:schemeClr val="bg1"/>
              </a:solidFill>
            </a:endParaRPr>
          </a:p>
          <a:p>
            <a:endParaRPr lang="en-US" sz="6600" dirty="0">
              <a:solidFill>
                <a:schemeClr val="bg1"/>
              </a:solidFill>
            </a:endParaRPr>
          </a:p>
          <a:p>
            <a:endParaRPr lang="en-US" sz="6600" dirty="0">
              <a:solidFill>
                <a:schemeClr val="bg1"/>
              </a:solidFill>
            </a:endParaRPr>
          </a:p>
          <a:p>
            <a:endParaRPr lang="en-US" sz="6600" dirty="0">
              <a:solidFill>
                <a:schemeClr val="bg1"/>
              </a:solidFill>
            </a:endParaRPr>
          </a:p>
          <a:p>
            <a:endParaRPr lang="en-US" sz="6600" dirty="0">
              <a:solidFill>
                <a:schemeClr val="bg1"/>
              </a:solidFill>
            </a:endParaRPr>
          </a:p>
          <a:p>
            <a:endParaRPr lang="en-US" sz="6600" dirty="0">
              <a:solidFill>
                <a:schemeClr val="bg1"/>
              </a:solidFill>
            </a:endParaRPr>
          </a:p>
          <a:p>
            <a:endParaRPr lang="en-US" sz="6600" dirty="0">
              <a:solidFill>
                <a:schemeClr val="bg1"/>
              </a:solidFill>
            </a:endParaRPr>
          </a:p>
          <a:p>
            <a:endParaRPr lang="en-US" sz="6600" dirty="0">
              <a:solidFill>
                <a:schemeClr val="bg1"/>
              </a:solidFill>
            </a:endParaRPr>
          </a:p>
          <a:p>
            <a:endParaRPr lang="en-US" sz="6600" dirty="0">
              <a:solidFill>
                <a:schemeClr val="bg1"/>
              </a:solidFill>
            </a:endParaRPr>
          </a:p>
          <a:p>
            <a:r>
              <a:rPr lang="en-US" sz="6600" dirty="0">
                <a:solidFill>
                  <a:schemeClr val="bg1"/>
                </a:solidFill>
              </a:rPr>
              <a:t>Lorem ipsum</a:t>
            </a:r>
          </a:p>
          <a:p>
            <a:endParaRPr lang="en-US" sz="6600" dirty="0">
              <a:solidFill>
                <a:schemeClr val="bg1"/>
              </a:solidFill>
            </a:endParaRPr>
          </a:p>
          <a:p>
            <a:endParaRPr lang="en-US" sz="6600" dirty="0">
              <a:solidFill>
                <a:schemeClr val="bg1"/>
              </a:solidFill>
            </a:endParaRPr>
          </a:p>
          <a:p>
            <a:endParaRPr lang="en-US" sz="6600" dirty="0">
              <a:solidFill>
                <a:schemeClr val="bg1"/>
              </a:solidFill>
            </a:endParaRPr>
          </a:p>
          <a:p>
            <a:endParaRPr lang="en-US" sz="6600" dirty="0">
              <a:solidFill>
                <a:schemeClr val="bg1"/>
              </a:solidFill>
            </a:endParaRPr>
          </a:p>
          <a:p>
            <a:endParaRPr lang="en-US" sz="6600" dirty="0">
              <a:solidFill>
                <a:schemeClr val="bg1"/>
              </a:solidFill>
            </a:endParaRPr>
          </a:p>
          <a:p>
            <a:endParaRPr lang="en-US" sz="6600" dirty="0">
              <a:solidFill>
                <a:schemeClr val="bg1"/>
              </a:solidFill>
            </a:endParaRPr>
          </a:p>
          <a:p>
            <a:endParaRPr lang="en-US" sz="6600" dirty="0">
              <a:solidFill>
                <a:schemeClr val="bg1"/>
              </a:solidFill>
            </a:endParaRPr>
          </a:p>
          <a:p>
            <a:endParaRPr lang="en-US" sz="6600" dirty="0">
              <a:solidFill>
                <a:schemeClr val="bg1"/>
              </a:solidFill>
            </a:endParaRPr>
          </a:p>
          <a:p>
            <a:endParaRPr lang="en-US" sz="6600" dirty="0">
              <a:solidFill>
                <a:schemeClr val="bg1"/>
              </a:solidFill>
            </a:endParaRPr>
          </a:p>
          <a:p>
            <a:r>
              <a:rPr lang="en-US" sz="6600" dirty="0">
                <a:solidFill>
                  <a:schemeClr val="bg1"/>
                </a:solidFill>
              </a:rPr>
              <a:t>Mountains</a:t>
            </a:r>
          </a:p>
          <a:p>
            <a:endParaRPr lang="en-US" sz="6600" dirty="0">
              <a:solidFill>
                <a:schemeClr val="bg1"/>
              </a:solidFill>
            </a:endParaRPr>
          </a:p>
          <a:p>
            <a:endParaRPr lang="en-US" sz="6600" dirty="0">
              <a:solidFill>
                <a:schemeClr val="bg1"/>
              </a:solidFill>
            </a:endParaRPr>
          </a:p>
          <a:p>
            <a:endParaRPr lang="en-US" sz="6600" dirty="0">
              <a:solidFill>
                <a:schemeClr val="bg1"/>
              </a:solidFill>
            </a:endParaRPr>
          </a:p>
          <a:p>
            <a:endParaRPr lang="en-US" sz="6600" dirty="0">
              <a:solidFill>
                <a:schemeClr val="bg1"/>
              </a:solidFill>
            </a:endParaRPr>
          </a:p>
          <a:p>
            <a:endParaRPr lang="en-US" sz="6600" dirty="0">
              <a:solidFill>
                <a:schemeClr val="bg1"/>
              </a:solidFill>
            </a:endParaRPr>
          </a:p>
          <a:p>
            <a:endParaRPr lang="en-US" sz="6600" dirty="0">
              <a:solidFill>
                <a:schemeClr val="bg1"/>
              </a:solidFill>
            </a:endParaRPr>
          </a:p>
          <a:p>
            <a:endParaRPr lang="en-US" sz="6600" dirty="0">
              <a:solidFill>
                <a:schemeClr val="bg1"/>
              </a:solidFill>
            </a:endParaRPr>
          </a:p>
          <a:p>
            <a:endParaRPr lang="en-US" sz="6600" dirty="0">
              <a:solidFill>
                <a:schemeClr val="bg1"/>
              </a:solidFill>
            </a:endParaRPr>
          </a:p>
          <a:p>
            <a:endParaRPr lang="en-US" sz="6600" dirty="0">
              <a:solidFill>
                <a:schemeClr val="bg1"/>
              </a:solidFill>
            </a:endParaRPr>
          </a:p>
          <a:p>
            <a:r>
              <a:rPr lang="en-US" sz="6600" dirty="0">
                <a:solidFill>
                  <a:schemeClr val="bg1"/>
                </a:solidFill>
              </a:rPr>
              <a:t>Himalayas</a:t>
            </a:r>
          </a:p>
        </p:txBody>
      </p:sp>
    </p:spTree>
    <p:extLst>
      <p:ext uri="{BB962C8B-B14F-4D97-AF65-F5344CB8AC3E}">
        <p14:creationId xmlns:p14="http://schemas.microsoft.com/office/powerpoint/2010/main" val="300918161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7000" r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Flowchart: Summing Junction 21">
            <a:extLst>
              <a:ext uri="{FF2B5EF4-FFF2-40B4-BE49-F238E27FC236}">
                <a16:creationId xmlns:a16="http://schemas.microsoft.com/office/drawing/2014/main" id="{9A4CDD4C-3EA8-19D1-AAA3-F5B3D64D91A0}"/>
              </a:ext>
            </a:extLst>
          </p:cNvPr>
          <p:cNvSpPr/>
          <p:nvPr/>
        </p:nvSpPr>
        <p:spPr>
          <a:xfrm rot="10800000">
            <a:off x="-3918860" y="-1387926"/>
            <a:ext cx="9201153" cy="9462404"/>
          </a:xfrm>
          <a:prstGeom prst="flowChartSummingJunction">
            <a:avLst/>
          </a:prstGeom>
          <a:ln>
            <a:solidFill>
              <a:schemeClr val="bg1"/>
            </a:solidFill>
          </a:ln>
          <a:effectLst>
            <a:outerShdw blurRad="152400" dist="38100" sx="103000" sy="1030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BBA0E39-AEA8-3EBB-0420-F5361CC289C3}"/>
              </a:ext>
            </a:extLst>
          </p:cNvPr>
          <p:cNvSpPr txBox="1"/>
          <p:nvPr/>
        </p:nvSpPr>
        <p:spPr>
          <a:xfrm rot="10800000">
            <a:off x="-2661560" y="2193957"/>
            <a:ext cx="830102" cy="1720678"/>
          </a:xfrm>
          <a:prstGeom prst="rect">
            <a:avLst/>
          </a:prstGeom>
          <a:noFill/>
        </p:spPr>
        <p:txBody>
          <a:bodyPr vert="vert" wrap="non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Part 01</a:t>
            </a:r>
            <a:endParaRPr lang="en-IN" sz="4400" dirty="0">
              <a:solidFill>
                <a:schemeClr val="bg1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737458D-C839-990D-3536-E14888CFC702}"/>
              </a:ext>
            </a:extLst>
          </p:cNvPr>
          <p:cNvSpPr txBox="1"/>
          <p:nvPr/>
        </p:nvSpPr>
        <p:spPr>
          <a:xfrm rot="10800000">
            <a:off x="-434811" y="5897932"/>
            <a:ext cx="1753530" cy="766136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Part 02</a:t>
            </a:r>
            <a:endParaRPr lang="en-IN" sz="4400" dirty="0">
              <a:solidFill>
                <a:schemeClr val="bg1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B4C21C5-E064-78DE-6D86-428E4AD508E0}"/>
              </a:ext>
            </a:extLst>
          </p:cNvPr>
          <p:cNvSpPr txBox="1"/>
          <p:nvPr/>
        </p:nvSpPr>
        <p:spPr>
          <a:xfrm rot="10800000">
            <a:off x="3345486" y="2304313"/>
            <a:ext cx="830102" cy="1720678"/>
          </a:xfrm>
          <a:prstGeom prst="rect">
            <a:avLst/>
          </a:prstGeom>
          <a:noFill/>
        </p:spPr>
        <p:txBody>
          <a:bodyPr vert="vert" wrap="non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Part 03</a:t>
            </a:r>
            <a:endParaRPr lang="en-IN" sz="4400" dirty="0">
              <a:solidFill>
                <a:schemeClr val="bg1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B9718D4-7D77-39F6-AE6D-6950B7ACAE53}"/>
              </a:ext>
            </a:extLst>
          </p:cNvPr>
          <p:cNvSpPr txBox="1"/>
          <p:nvPr/>
        </p:nvSpPr>
        <p:spPr>
          <a:xfrm rot="10800000">
            <a:off x="-434813" y="-71378"/>
            <a:ext cx="1753530" cy="766136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Part 04</a:t>
            </a:r>
            <a:endParaRPr lang="en-IN" sz="4400" dirty="0">
              <a:solidFill>
                <a:schemeClr val="bg1"/>
              </a:solidFill>
            </a:endParaRPr>
          </a:p>
        </p:txBody>
      </p:sp>
      <p:sp useBgFill="1">
        <p:nvSpPr>
          <p:cNvPr id="32" name="Flowchart: Connector 31">
            <a:extLst>
              <a:ext uri="{FF2B5EF4-FFF2-40B4-BE49-F238E27FC236}">
                <a16:creationId xmlns:a16="http://schemas.microsoft.com/office/drawing/2014/main" id="{79C14359-3BDC-BCC5-2F08-8CA15F59B5AA}"/>
              </a:ext>
            </a:extLst>
          </p:cNvPr>
          <p:cNvSpPr/>
          <p:nvPr/>
        </p:nvSpPr>
        <p:spPr>
          <a:xfrm rot="2785763">
            <a:off x="-1830436" y="597985"/>
            <a:ext cx="5200719" cy="5354325"/>
          </a:xfrm>
          <a:prstGeom prst="flowChartConnector">
            <a:avLst/>
          </a:prstGeom>
          <a:ln>
            <a:noFill/>
          </a:ln>
          <a:effectLst>
            <a:outerShdw blurRad="152400" dist="38100" sx="103000" sy="1030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49F7FAF-F12D-6A11-1CF5-A3EB7E6021A1}"/>
              </a:ext>
            </a:extLst>
          </p:cNvPr>
          <p:cNvSpPr txBox="1"/>
          <p:nvPr/>
        </p:nvSpPr>
        <p:spPr>
          <a:xfrm>
            <a:off x="6239112" y="-21148261"/>
            <a:ext cx="4938404" cy="336092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600" dirty="0">
                <a:solidFill>
                  <a:schemeClr val="bg1"/>
                </a:solidFill>
              </a:rPr>
              <a:t>Introduction</a:t>
            </a:r>
          </a:p>
          <a:p>
            <a:endParaRPr lang="en-US" sz="6600" dirty="0">
              <a:solidFill>
                <a:schemeClr val="bg1"/>
              </a:solidFill>
            </a:endParaRPr>
          </a:p>
          <a:p>
            <a:endParaRPr lang="en-US" sz="6600" dirty="0">
              <a:solidFill>
                <a:schemeClr val="bg1"/>
              </a:solidFill>
            </a:endParaRPr>
          </a:p>
          <a:p>
            <a:endParaRPr lang="en-US" sz="6600" dirty="0">
              <a:solidFill>
                <a:schemeClr val="bg1"/>
              </a:solidFill>
            </a:endParaRPr>
          </a:p>
          <a:p>
            <a:endParaRPr lang="en-US" sz="6600" dirty="0">
              <a:solidFill>
                <a:schemeClr val="bg1"/>
              </a:solidFill>
            </a:endParaRPr>
          </a:p>
          <a:p>
            <a:endParaRPr lang="en-US" sz="6600" dirty="0">
              <a:solidFill>
                <a:schemeClr val="bg1"/>
              </a:solidFill>
            </a:endParaRPr>
          </a:p>
          <a:p>
            <a:endParaRPr lang="en-US" sz="6600" dirty="0">
              <a:solidFill>
                <a:schemeClr val="bg1"/>
              </a:solidFill>
            </a:endParaRPr>
          </a:p>
          <a:p>
            <a:endParaRPr lang="en-US" sz="6600" dirty="0">
              <a:solidFill>
                <a:schemeClr val="bg1"/>
              </a:solidFill>
            </a:endParaRPr>
          </a:p>
          <a:p>
            <a:endParaRPr lang="en-US" sz="6600" dirty="0">
              <a:solidFill>
                <a:schemeClr val="bg1"/>
              </a:solidFill>
            </a:endParaRPr>
          </a:p>
          <a:p>
            <a:endParaRPr lang="en-US" sz="6600" dirty="0">
              <a:solidFill>
                <a:schemeClr val="bg1"/>
              </a:solidFill>
            </a:endParaRPr>
          </a:p>
          <a:p>
            <a:endParaRPr lang="en-US" sz="6600" dirty="0">
              <a:solidFill>
                <a:schemeClr val="bg1"/>
              </a:solidFill>
            </a:endParaRPr>
          </a:p>
          <a:p>
            <a:endParaRPr lang="en-US" sz="6600" dirty="0">
              <a:solidFill>
                <a:schemeClr val="bg1"/>
              </a:solidFill>
            </a:endParaRPr>
          </a:p>
          <a:p>
            <a:r>
              <a:rPr lang="en-US" sz="6600" dirty="0">
                <a:solidFill>
                  <a:schemeClr val="bg1"/>
                </a:solidFill>
              </a:rPr>
              <a:t>Lorem ipsum</a:t>
            </a:r>
          </a:p>
          <a:p>
            <a:endParaRPr lang="en-US" sz="6600" dirty="0">
              <a:solidFill>
                <a:schemeClr val="bg1"/>
              </a:solidFill>
            </a:endParaRPr>
          </a:p>
          <a:p>
            <a:endParaRPr lang="en-US" sz="6600" dirty="0">
              <a:solidFill>
                <a:schemeClr val="bg1"/>
              </a:solidFill>
            </a:endParaRPr>
          </a:p>
          <a:p>
            <a:endParaRPr lang="en-US" sz="6600" dirty="0">
              <a:solidFill>
                <a:schemeClr val="bg1"/>
              </a:solidFill>
            </a:endParaRPr>
          </a:p>
          <a:p>
            <a:endParaRPr lang="en-US" sz="6600" dirty="0">
              <a:solidFill>
                <a:schemeClr val="bg1"/>
              </a:solidFill>
            </a:endParaRPr>
          </a:p>
          <a:p>
            <a:endParaRPr lang="en-US" sz="6600" dirty="0">
              <a:solidFill>
                <a:schemeClr val="bg1"/>
              </a:solidFill>
            </a:endParaRPr>
          </a:p>
          <a:p>
            <a:endParaRPr lang="en-US" sz="6600" dirty="0">
              <a:solidFill>
                <a:schemeClr val="bg1"/>
              </a:solidFill>
            </a:endParaRPr>
          </a:p>
          <a:p>
            <a:endParaRPr lang="en-US" sz="6600" dirty="0">
              <a:solidFill>
                <a:schemeClr val="bg1"/>
              </a:solidFill>
            </a:endParaRPr>
          </a:p>
          <a:p>
            <a:endParaRPr lang="en-US" sz="6600" dirty="0">
              <a:solidFill>
                <a:schemeClr val="bg1"/>
              </a:solidFill>
            </a:endParaRPr>
          </a:p>
          <a:p>
            <a:endParaRPr lang="en-US" sz="6600" dirty="0">
              <a:solidFill>
                <a:schemeClr val="bg1"/>
              </a:solidFill>
            </a:endParaRPr>
          </a:p>
          <a:p>
            <a:r>
              <a:rPr lang="en-US" sz="6600" dirty="0">
                <a:solidFill>
                  <a:schemeClr val="bg1"/>
                </a:solidFill>
              </a:rPr>
              <a:t>Mountains</a:t>
            </a:r>
          </a:p>
          <a:p>
            <a:endParaRPr lang="en-US" sz="6600" dirty="0">
              <a:solidFill>
                <a:schemeClr val="bg1"/>
              </a:solidFill>
            </a:endParaRPr>
          </a:p>
          <a:p>
            <a:endParaRPr lang="en-US" sz="6600" dirty="0">
              <a:solidFill>
                <a:schemeClr val="bg1"/>
              </a:solidFill>
            </a:endParaRPr>
          </a:p>
          <a:p>
            <a:endParaRPr lang="en-US" sz="6600" dirty="0">
              <a:solidFill>
                <a:schemeClr val="bg1"/>
              </a:solidFill>
            </a:endParaRPr>
          </a:p>
          <a:p>
            <a:endParaRPr lang="en-US" sz="6600" dirty="0">
              <a:solidFill>
                <a:schemeClr val="bg1"/>
              </a:solidFill>
            </a:endParaRPr>
          </a:p>
          <a:p>
            <a:endParaRPr lang="en-US" sz="6600" dirty="0">
              <a:solidFill>
                <a:schemeClr val="bg1"/>
              </a:solidFill>
            </a:endParaRPr>
          </a:p>
          <a:p>
            <a:endParaRPr lang="en-US" sz="6600" dirty="0">
              <a:solidFill>
                <a:schemeClr val="bg1"/>
              </a:solidFill>
            </a:endParaRPr>
          </a:p>
          <a:p>
            <a:endParaRPr lang="en-US" sz="6600" dirty="0">
              <a:solidFill>
                <a:schemeClr val="bg1"/>
              </a:solidFill>
            </a:endParaRPr>
          </a:p>
          <a:p>
            <a:endParaRPr lang="en-US" sz="6600" dirty="0">
              <a:solidFill>
                <a:schemeClr val="bg1"/>
              </a:solidFill>
            </a:endParaRPr>
          </a:p>
          <a:p>
            <a:endParaRPr lang="en-US" sz="6600" dirty="0">
              <a:solidFill>
                <a:schemeClr val="bg1"/>
              </a:solidFill>
            </a:endParaRPr>
          </a:p>
          <a:p>
            <a:r>
              <a:rPr lang="en-US" sz="6600" dirty="0">
                <a:solidFill>
                  <a:schemeClr val="bg1"/>
                </a:solidFill>
              </a:rPr>
              <a:t>Himalayas</a:t>
            </a:r>
          </a:p>
        </p:txBody>
      </p:sp>
    </p:spTree>
    <p:extLst>
      <p:ext uri="{BB962C8B-B14F-4D97-AF65-F5344CB8AC3E}">
        <p14:creationId xmlns:p14="http://schemas.microsoft.com/office/powerpoint/2010/main" val="425337305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5000" b="-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Flowchart: Summing Junction 4">
            <a:extLst>
              <a:ext uri="{FF2B5EF4-FFF2-40B4-BE49-F238E27FC236}">
                <a16:creationId xmlns:a16="http://schemas.microsoft.com/office/drawing/2014/main" id="{7B511C1F-9358-E68F-09FD-C9B20BEB6660}"/>
              </a:ext>
            </a:extLst>
          </p:cNvPr>
          <p:cNvSpPr/>
          <p:nvPr/>
        </p:nvSpPr>
        <p:spPr>
          <a:xfrm rot="5400000">
            <a:off x="-3918860" y="-1387926"/>
            <a:ext cx="9201153" cy="9462404"/>
          </a:xfrm>
          <a:prstGeom prst="flowChartSummingJunction">
            <a:avLst/>
          </a:prstGeom>
          <a:ln>
            <a:solidFill>
              <a:schemeClr val="bg1"/>
            </a:solidFill>
          </a:ln>
          <a:effectLst>
            <a:outerShdw blurRad="152400" dist="38100" sx="103000" sy="1030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EB72FC5-7C46-1BC8-63A8-0EE6E5241316}"/>
              </a:ext>
            </a:extLst>
          </p:cNvPr>
          <p:cNvSpPr txBox="1"/>
          <p:nvPr/>
        </p:nvSpPr>
        <p:spPr>
          <a:xfrm rot="5400000">
            <a:off x="-22314" y="5411163"/>
            <a:ext cx="830102" cy="1720678"/>
          </a:xfrm>
          <a:prstGeom prst="rect">
            <a:avLst/>
          </a:prstGeom>
          <a:noFill/>
        </p:spPr>
        <p:txBody>
          <a:bodyPr vert="vert" wrap="non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Part 01</a:t>
            </a:r>
            <a:endParaRPr lang="en-IN" sz="4400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9A7506-A1DE-3A8E-B879-1E6873FE41B7}"/>
              </a:ext>
            </a:extLst>
          </p:cNvPr>
          <p:cNvSpPr txBox="1"/>
          <p:nvPr/>
        </p:nvSpPr>
        <p:spPr>
          <a:xfrm rot="5400000">
            <a:off x="2742676" y="3199970"/>
            <a:ext cx="1753530" cy="766136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Part 02</a:t>
            </a:r>
            <a:endParaRPr lang="en-IN" sz="4400" dirty="0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8BC2C1F-4C55-584C-D1C6-9DFC0827B195}"/>
              </a:ext>
            </a:extLst>
          </p:cNvPr>
          <p:cNvSpPr txBox="1"/>
          <p:nvPr/>
        </p:nvSpPr>
        <p:spPr>
          <a:xfrm rot="5400000">
            <a:off x="88041" y="-595884"/>
            <a:ext cx="830102" cy="1720678"/>
          </a:xfrm>
          <a:prstGeom prst="rect">
            <a:avLst/>
          </a:prstGeom>
          <a:noFill/>
        </p:spPr>
        <p:txBody>
          <a:bodyPr vert="vert" wrap="non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Part 03</a:t>
            </a:r>
            <a:endParaRPr lang="en-IN" sz="4400" dirty="0">
              <a:solidFill>
                <a:schemeClr val="bg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C4F66E0-106A-6FFA-0414-9AF5FC1EBFF7}"/>
              </a:ext>
            </a:extLst>
          </p:cNvPr>
          <p:cNvSpPr txBox="1"/>
          <p:nvPr/>
        </p:nvSpPr>
        <p:spPr>
          <a:xfrm rot="5400000">
            <a:off x="-3226635" y="3199973"/>
            <a:ext cx="1753530" cy="766136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Part 04</a:t>
            </a:r>
            <a:endParaRPr lang="en-IN" sz="4400" dirty="0">
              <a:solidFill>
                <a:schemeClr val="bg1"/>
              </a:solidFill>
            </a:endParaRPr>
          </a:p>
        </p:txBody>
      </p:sp>
      <p:sp useBgFill="1">
        <p:nvSpPr>
          <p:cNvPr id="15" name="Flowchart: Connector 14">
            <a:extLst>
              <a:ext uri="{FF2B5EF4-FFF2-40B4-BE49-F238E27FC236}">
                <a16:creationId xmlns:a16="http://schemas.microsoft.com/office/drawing/2014/main" id="{6E652D35-4111-A354-D055-8B76BF9DC83A}"/>
              </a:ext>
            </a:extLst>
          </p:cNvPr>
          <p:cNvSpPr/>
          <p:nvPr/>
        </p:nvSpPr>
        <p:spPr>
          <a:xfrm rot="2912302">
            <a:off x="-1986772" y="577910"/>
            <a:ext cx="5200719" cy="5354325"/>
          </a:xfrm>
          <a:prstGeom prst="flowChartConnector">
            <a:avLst/>
          </a:prstGeom>
          <a:ln>
            <a:noFill/>
          </a:ln>
          <a:effectLst>
            <a:outerShdw blurRad="152400" dist="38100" sx="103000" sy="1030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04C0119-DBAC-6224-3CD2-7193AA297A03}"/>
              </a:ext>
            </a:extLst>
          </p:cNvPr>
          <p:cNvSpPr txBox="1"/>
          <p:nvPr/>
        </p:nvSpPr>
        <p:spPr>
          <a:xfrm>
            <a:off x="6347983" y="-31363644"/>
            <a:ext cx="5721823" cy="336092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600" dirty="0">
                <a:solidFill>
                  <a:schemeClr val="bg1"/>
                </a:solidFill>
              </a:rPr>
              <a:t>Introduction</a:t>
            </a:r>
          </a:p>
          <a:p>
            <a:endParaRPr lang="en-US" sz="6600" dirty="0">
              <a:solidFill>
                <a:schemeClr val="bg1"/>
              </a:solidFill>
            </a:endParaRPr>
          </a:p>
          <a:p>
            <a:endParaRPr lang="en-US" sz="6600" dirty="0">
              <a:solidFill>
                <a:schemeClr val="bg1"/>
              </a:solidFill>
            </a:endParaRPr>
          </a:p>
          <a:p>
            <a:endParaRPr lang="en-US" sz="6600" dirty="0">
              <a:solidFill>
                <a:schemeClr val="bg1"/>
              </a:solidFill>
            </a:endParaRPr>
          </a:p>
          <a:p>
            <a:endParaRPr lang="en-US" sz="6600" dirty="0">
              <a:solidFill>
                <a:schemeClr val="bg1"/>
              </a:solidFill>
            </a:endParaRPr>
          </a:p>
          <a:p>
            <a:endParaRPr lang="en-US" sz="6600" dirty="0">
              <a:solidFill>
                <a:schemeClr val="bg1"/>
              </a:solidFill>
            </a:endParaRPr>
          </a:p>
          <a:p>
            <a:endParaRPr lang="en-US" sz="6600" dirty="0">
              <a:solidFill>
                <a:schemeClr val="bg1"/>
              </a:solidFill>
            </a:endParaRPr>
          </a:p>
          <a:p>
            <a:endParaRPr lang="en-US" sz="6600" dirty="0">
              <a:solidFill>
                <a:schemeClr val="bg1"/>
              </a:solidFill>
            </a:endParaRPr>
          </a:p>
          <a:p>
            <a:endParaRPr lang="en-US" sz="6600" dirty="0">
              <a:solidFill>
                <a:schemeClr val="bg1"/>
              </a:solidFill>
            </a:endParaRPr>
          </a:p>
          <a:p>
            <a:endParaRPr lang="en-US" sz="6600" dirty="0">
              <a:solidFill>
                <a:schemeClr val="bg1"/>
              </a:solidFill>
            </a:endParaRPr>
          </a:p>
          <a:p>
            <a:endParaRPr lang="en-US" sz="6600" dirty="0">
              <a:solidFill>
                <a:schemeClr val="bg1"/>
              </a:solidFill>
            </a:endParaRPr>
          </a:p>
          <a:p>
            <a:endParaRPr lang="en-US" sz="6600" dirty="0">
              <a:solidFill>
                <a:schemeClr val="bg1"/>
              </a:solidFill>
            </a:endParaRPr>
          </a:p>
          <a:p>
            <a:r>
              <a:rPr lang="en-US" sz="6600" dirty="0">
                <a:solidFill>
                  <a:schemeClr val="bg1"/>
                </a:solidFill>
              </a:rPr>
              <a:t>Lorem ipsum</a:t>
            </a:r>
          </a:p>
          <a:p>
            <a:endParaRPr lang="en-US" sz="6600" dirty="0">
              <a:solidFill>
                <a:schemeClr val="bg1"/>
              </a:solidFill>
            </a:endParaRPr>
          </a:p>
          <a:p>
            <a:endParaRPr lang="en-US" sz="6600" dirty="0">
              <a:solidFill>
                <a:schemeClr val="bg1"/>
              </a:solidFill>
            </a:endParaRPr>
          </a:p>
          <a:p>
            <a:endParaRPr lang="en-US" sz="6600" dirty="0">
              <a:solidFill>
                <a:schemeClr val="bg1"/>
              </a:solidFill>
            </a:endParaRPr>
          </a:p>
          <a:p>
            <a:endParaRPr lang="en-US" sz="6600" dirty="0">
              <a:solidFill>
                <a:schemeClr val="bg1"/>
              </a:solidFill>
            </a:endParaRPr>
          </a:p>
          <a:p>
            <a:endParaRPr lang="en-US" sz="6600" dirty="0">
              <a:solidFill>
                <a:schemeClr val="bg1"/>
              </a:solidFill>
            </a:endParaRPr>
          </a:p>
          <a:p>
            <a:endParaRPr lang="en-US" sz="6600" dirty="0">
              <a:solidFill>
                <a:schemeClr val="bg1"/>
              </a:solidFill>
            </a:endParaRPr>
          </a:p>
          <a:p>
            <a:endParaRPr lang="en-US" sz="6600" dirty="0">
              <a:solidFill>
                <a:schemeClr val="bg1"/>
              </a:solidFill>
            </a:endParaRPr>
          </a:p>
          <a:p>
            <a:endParaRPr lang="en-US" sz="6600" dirty="0">
              <a:solidFill>
                <a:schemeClr val="bg1"/>
              </a:solidFill>
            </a:endParaRPr>
          </a:p>
          <a:p>
            <a:endParaRPr lang="en-US" sz="6600" dirty="0">
              <a:solidFill>
                <a:schemeClr val="bg1"/>
              </a:solidFill>
            </a:endParaRPr>
          </a:p>
          <a:p>
            <a:r>
              <a:rPr lang="en-US" sz="6600" dirty="0">
                <a:solidFill>
                  <a:schemeClr val="bg1"/>
                </a:solidFill>
              </a:rPr>
              <a:t>Mountains</a:t>
            </a:r>
          </a:p>
          <a:p>
            <a:endParaRPr lang="en-US" sz="6600" dirty="0">
              <a:solidFill>
                <a:schemeClr val="bg1"/>
              </a:solidFill>
            </a:endParaRPr>
          </a:p>
          <a:p>
            <a:endParaRPr lang="en-US" sz="6600" dirty="0">
              <a:solidFill>
                <a:schemeClr val="bg1"/>
              </a:solidFill>
            </a:endParaRPr>
          </a:p>
          <a:p>
            <a:endParaRPr lang="en-US" sz="6600" dirty="0">
              <a:solidFill>
                <a:schemeClr val="bg1"/>
              </a:solidFill>
            </a:endParaRPr>
          </a:p>
          <a:p>
            <a:endParaRPr lang="en-US" sz="6600" dirty="0">
              <a:solidFill>
                <a:schemeClr val="bg1"/>
              </a:solidFill>
            </a:endParaRPr>
          </a:p>
          <a:p>
            <a:endParaRPr lang="en-US" sz="6600" dirty="0">
              <a:solidFill>
                <a:schemeClr val="bg1"/>
              </a:solidFill>
            </a:endParaRPr>
          </a:p>
          <a:p>
            <a:endParaRPr lang="en-US" sz="6600" dirty="0">
              <a:solidFill>
                <a:schemeClr val="bg1"/>
              </a:solidFill>
            </a:endParaRPr>
          </a:p>
          <a:p>
            <a:endParaRPr lang="en-US" sz="6600" dirty="0">
              <a:solidFill>
                <a:schemeClr val="bg1"/>
              </a:solidFill>
            </a:endParaRPr>
          </a:p>
          <a:p>
            <a:endParaRPr lang="en-US" sz="6600" dirty="0">
              <a:solidFill>
                <a:schemeClr val="bg1"/>
              </a:solidFill>
            </a:endParaRPr>
          </a:p>
          <a:p>
            <a:endParaRPr lang="en-US" sz="6600" dirty="0">
              <a:solidFill>
                <a:schemeClr val="bg1"/>
              </a:solidFill>
            </a:endParaRPr>
          </a:p>
          <a:p>
            <a:r>
              <a:rPr lang="en-US" sz="6600" dirty="0">
                <a:solidFill>
                  <a:schemeClr val="bg1"/>
                </a:solidFill>
              </a:rPr>
              <a:t>Himalayas</a:t>
            </a:r>
          </a:p>
        </p:txBody>
      </p:sp>
    </p:spTree>
    <p:extLst>
      <p:ext uri="{BB962C8B-B14F-4D97-AF65-F5344CB8AC3E}">
        <p14:creationId xmlns:p14="http://schemas.microsoft.com/office/powerpoint/2010/main" val="305208674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52</Words>
  <Application>Microsoft Office PowerPoint</Application>
  <PresentationFormat>Widescreen</PresentationFormat>
  <Paragraphs>148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Tushar kumar</dc:creator>
  <cp:lastModifiedBy>Tushar kumar</cp:lastModifiedBy>
  <cp:revision>1</cp:revision>
  <dcterms:created xsi:type="dcterms:W3CDTF">2026-09-21T17:36:44Z</dcterms:created>
  <dcterms:modified xsi:type="dcterms:W3CDTF">2026-09-22T05:13:47Z</dcterms:modified>
</cp:coreProperties>
</file>